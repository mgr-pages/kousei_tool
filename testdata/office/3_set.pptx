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フェア限定セット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00000"/>
            <a:ext cx="8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3点まとめて15%お得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400000"/>
          <a:ext cx="8000000" cy="1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000"/>
                <a:gridCol w="4000000"/>
              </a:tblGrid>
              <a:tr h="400000">
                <a:tc>
                  <a:txBody>
                    <a:bodyPr/>
                    <a:lstStyle/>
                    <a:p>
                      <a:r>
                        <a:t>セット名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内容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t>入学準備セット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手帳・ノート・ペンケース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t>事務用セット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クリップ・ふせん・定規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社内用：在庫の確認を先に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