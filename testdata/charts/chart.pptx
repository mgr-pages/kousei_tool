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店舗別の来店数（架空）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来店数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東店</c:v>
                </c:pt>
                <c:pt idx="1">
                  <c:v>西店</c:v>
                </c:pt>
                <c:pt idx="2">
                  <c:v>南店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180</c:v>
                </c:pt>
                <c:pt idx="2">
                  <c:v>150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季節別の割合（架空）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割合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春</c:v>
                </c:pt>
                <c:pt idx="1">
                  <c:v>夏</c:v>
                </c:pt>
                <c:pt idx="2">
                  <c:v>秋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</c:v>
                </c:pt>
                <c:pt idx="1">
                  <c:v>0.3</c:v>
                </c:pt>
                <c:pt idx="2">
                  <c:v>0.2</c:v>
                </c:pt>
              </c:numCache>
            </c:numRef>
          </c:val>
        </c:ser>
      </c:pieChart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来店の状況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754880" y="1371600"/>
          <a:ext cx="393192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